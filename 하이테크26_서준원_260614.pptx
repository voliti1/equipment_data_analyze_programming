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106bfd7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106bfd7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106bfd7a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106bfd7a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106bfd7a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106bfd7a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106bfd7a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106bfd7a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106bfd7a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106bfd7a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106bfd7a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106bfd7a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106bfd7a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106bfd7a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중고차 데이터 전처리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장비소프트웨어학과 하이테크 과정 서준원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초기 데이터 상태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285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결측치와 이상치가 존재하는 초기 데이터 상태</a:t>
            </a:r>
            <a:endParaRPr/>
          </a:p>
        </p:txBody>
      </p:sp>
      <p:pic>
        <p:nvPicPr>
          <p:cNvPr id="62" name="Google Shape;62;p14" title="task1_first_csv.png"/>
          <p:cNvPicPr preferRelativeResize="0"/>
          <p:nvPr/>
        </p:nvPicPr>
        <p:blipFill rotWithShape="1">
          <a:blip r:embed="rId3">
            <a:alphaModFix/>
          </a:blip>
          <a:srcRect b="36346" l="0" r="0" t="0"/>
          <a:stretch/>
        </p:blipFill>
        <p:spPr>
          <a:xfrm>
            <a:off x="3167500" y="1223613"/>
            <a:ext cx="5664799" cy="327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결측치 및 중복 행 확인</a:t>
            </a:r>
            <a:endParaRPr/>
          </a:p>
        </p:txBody>
      </p:sp>
      <p:pic>
        <p:nvPicPr>
          <p:cNvPr id="68" name="Google Shape;68;p15" title="task1_n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6750" y="1152475"/>
            <a:ext cx="6183051" cy="283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task1_data_status_check.png"/>
          <p:cNvPicPr preferRelativeResize="0"/>
          <p:nvPr/>
        </p:nvPicPr>
        <p:blipFill rotWithShape="1">
          <a:blip r:embed="rId4">
            <a:alphaModFix/>
          </a:blip>
          <a:srcRect b="47135" l="0" r="54336" t="0"/>
          <a:stretch/>
        </p:blipFill>
        <p:spPr>
          <a:xfrm>
            <a:off x="311700" y="1138737"/>
            <a:ext cx="2348400" cy="3698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task1_duplicate_outli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6750" y="4065625"/>
            <a:ext cx="6183051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결측치 및 중복행 제거</a:t>
            </a:r>
            <a:endParaRPr/>
          </a:p>
        </p:txBody>
      </p:sp>
      <p:pic>
        <p:nvPicPr>
          <p:cNvPr id="76" name="Google Shape;76;p16" title="task1_drop_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152475"/>
            <a:ext cx="5987313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task1_drop_resul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1150" y="1166827"/>
            <a:ext cx="1706791" cy="340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이상치 확인</a:t>
            </a:r>
            <a:endParaRPr/>
          </a:p>
        </p:txBody>
      </p:sp>
      <p:pic>
        <p:nvPicPr>
          <p:cNvPr id="83" name="Google Shape;83;p17" title="task1_outliers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450" y="1979450"/>
            <a:ext cx="5472401" cy="301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 title="task1_outli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1850" y="395248"/>
            <a:ext cx="4260300" cy="672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task1_duplicate_outlier.png"/>
          <p:cNvPicPr preferRelativeResize="0"/>
          <p:nvPr/>
        </p:nvPicPr>
        <p:blipFill rotWithShape="1">
          <a:blip r:embed="rId5">
            <a:alphaModFix/>
          </a:blip>
          <a:srcRect b="35019" l="0" r="0" t="0"/>
          <a:stretch/>
        </p:blipFill>
        <p:spPr>
          <a:xfrm>
            <a:off x="2441850" y="1272808"/>
            <a:ext cx="6029325" cy="50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이상치 제거</a:t>
            </a:r>
            <a:endParaRPr/>
          </a:p>
        </p:txBody>
      </p:sp>
      <p:pic>
        <p:nvPicPr>
          <p:cNvPr id="91" name="Google Shape;91;p18" title="task1_outlier_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0775"/>
            <a:ext cx="8520600" cy="334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이상치 제거 후 확인</a:t>
            </a:r>
            <a:endParaRPr/>
          </a:p>
        </p:txBody>
      </p:sp>
      <p:pic>
        <p:nvPicPr>
          <p:cNvPr id="97" name="Google Shape;97;p19" title="task1_outliers_after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100" y="1152475"/>
            <a:ext cx="6709801" cy="36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전처리 완료한 데이터 저장</a:t>
            </a:r>
            <a:endParaRPr/>
          </a:p>
        </p:txBody>
      </p:sp>
      <p:pic>
        <p:nvPicPr>
          <p:cNvPr id="103" name="Google Shape;103;p20" title="task1_final_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1166188"/>
            <a:ext cx="8520600" cy="1643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task1_after_save.png"/>
          <p:cNvPicPr preferRelativeResize="0"/>
          <p:nvPr/>
        </p:nvPicPr>
        <p:blipFill rotWithShape="1">
          <a:blip r:embed="rId4">
            <a:alphaModFix/>
          </a:blip>
          <a:srcRect b="58127" l="0" r="44818" t="0"/>
          <a:stretch/>
        </p:blipFill>
        <p:spPr>
          <a:xfrm>
            <a:off x="311700" y="2809381"/>
            <a:ext cx="5317973" cy="216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